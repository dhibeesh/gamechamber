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82" r:id="rId5"/>
    <p:sldId id="259" r:id="rId6"/>
    <p:sldId id="285" r:id="rId7"/>
    <p:sldId id="286" r:id="rId8"/>
    <p:sldId id="283" r:id="rId9"/>
    <p:sldId id="289" r:id="rId10"/>
    <p:sldId id="288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jMdTTreonTahT6TNQ1qlY1ULRD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1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90552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 September 2020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725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2370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a106683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ea106683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732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a106683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ea106683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9170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784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5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/>
          <p:nvPr/>
        </p:nvSpPr>
        <p:spPr>
          <a:xfrm rot="-10379968" flipH="1">
            <a:off x="3165538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352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49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529"/>
                </a:srgbClr>
              </a:gs>
              <a:gs pos="100000">
                <a:srgbClr val="00E9F7">
                  <a:alpha val="5372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8627"/>
                </a:srgbClr>
              </a:gs>
              <a:gs pos="80000">
                <a:srgbClr val="0099E4">
                  <a:alpha val="43529"/>
                </a:srgbClr>
              </a:gs>
              <a:gs pos="100000">
                <a:srgbClr val="0099E4">
                  <a:alpha val="4352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3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body" idx="1"/>
          </p:nvPr>
        </p:nvSpPr>
        <p:spPr>
          <a:xfrm rot="5400000">
            <a:off x="2377349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 txBox="1">
            <a:spLocks noGrp="1"/>
          </p:cNvSpPr>
          <p:nvPr>
            <p:ph type="title"/>
          </p:nvPr>
        </p:nvSpPr>
        <p:spPr>
          <a:xfrm rot="5400000">
            <a:off x="5052149" y="2491652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6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99995" sy="80002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170" y="868237"/>
            <a:ext cx="137424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663" y="4002272"/>
            <a:ext cx="1479013" cy="184138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>
            <a:spLocks noGrp="1"/>
          </p:cNvSpPr>
          <p:nvPr>
            <p:ph type="dt" idx="10"/>
          </p:nvPr>
        </p:nvSpPr>
        <p:spPr>
          <a:xfrm>
            <a:off x="67376" y="6356350"/>
            <a:ext cx="2523423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25 March 2021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4294967295"/>
          </p:nvPr>
        </p:nvSpPr>
        <p:spPr>
          <a:xfrm>
            <a:off x="2149311" y="1003552"/>
            <a:ext cx="6994689" cy="148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3D3D3D"/>
                </a:solidFill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GAMECHAMBER</a:t>
            </a:r>
            <a:endParaRPr sz="2400" b="1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482700" y="5299651"/>
            <a:ext cx="29703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          </a:t>
            </a:r>
            <a:endParaRPr sz="1400" i="0" u="none" strike="noStrike" cap="none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1B924-1CAF-966A-5A46-25F463CDB223}"/>
              </a:ext>
            </a:extLst>
          </p:cNvPr>
          <p:cNvSpPr txBox="1"/>
          <p:nvPr/>
        </p:nvSpPr>
        <p:spPr>
          <a:xfrm>
            <a:off x="3007464" y="3275111"/>
            <a:ext cx="2717849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GUIDED BY</a:t>
            </a:r>
          </a:p>
          <a:p>
            <a:endParaRPr lang="en-IN" b="1" dirty="0"/>
          </a:p>
          <a:p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CT – PG 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Kongu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Perundurai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Erode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58994-19DB-E4FF-A5E9-D6B4580F389A}"/>
              </a:ext>
            </a:extLst>
          </p:cNvPr>
          <p:cNvSpPr txBox="1"/>
          <p:nvPr/>
        </p:nvSpPr>
        <p:spPr>
          <a:xfrm>
            <a:off x="5905041" y="3275111"/>
            <a:ext cx="279650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DHIBEESH M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year-MSc Software Systems</a:t>
            </a: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CT – PG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Kongu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Perundurai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Erode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952500" y="792175"/>
            <a:ext cx="78248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 </a:t>
            </a:r>
            <a:r>
              <a:rPr lang="en-US" sz="2800" b="1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OBJECTIVE</a:t>
            </a:r>
            <a:endParaRPr sz="2800" b="1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1069700" y="2468574"/>
            <a:ext cx="7641000" cy="2286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   The main objective of this project is to develop an online shopping that comprises all the required gaming products  in different prices and models in high variety of brands.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a1066837d_0_0"/>
          <p:cNvSpPr txBox="1">
            <a:spLocks noGrp="1"/>
          </p:cNvSpPr>
          <p:nvPr>
            <p:ph type="title"/>
          </p:nvPr>
        </p:nvSpPr>
        <p:spPr>
          <a:xfrm>
            <a:off x="619125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   </a:t>
            </a:r>
            <a:r>
              <a:rPr lang="en-US" sz="2800" b="1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EXISTING SYSTEM</a:t>
            </a:r>
            <a:endParaRPr sz="2800" b="1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104" name="Google Shape;104;gea1066837d_0_0"/>
          <p:cNvSpPr txBox="1">
            <a:spLocks noGrp="1"/>
          </p:cNvSpPr>
          <p:nvPr>
            <p:ph type="body" idx="1"/>
          </p:nvPr>
        </p:nvSpPr>
        <p:spPr>
          <a:xfrm>
            <a:off x="928700" y="1935176"/>
            <a:ext cx="7758000" cy="200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 indent="-342900" algn="just">
              <a:lnSpc>
                <a:spcPct val="115000"/>
              </a:lnSpc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existing system,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records are maintained manually by the admin of the system.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requires lot of Booking work.</a:t>
            </a:r>
          </a:p>
          <a:p>
            <a:pPr marL="742950" lvl="1" indent="-285750" algn="just">
              <a:lnSpc>
                <a:spcPct val="115000"/>
              </a:lnSpc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property buyer should manually visit for booking the property.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 algn="just">
              <a:lnSpc>
                <a:spcPct val="115000"/>
              </a:lnSpc>
              <a:spcBef>
                <a:spcPts val="400"/>
              </a:spcBef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104;gea1066837d_0_0"/>
          <p:cNvSpPr txBox="1">
            <a:spLocks/>
          </p:cNvSpPr>
          <p:nvPr/>
        </p:nvSpPr>
        <p:spPr>
          <a:xfrm>
            <a:off x="834171" y="4027730"/>
            <a:ext cx="7852529" cy="236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7160" indent="0">
              <a:buFont typeface="Noto Sans Symbols"/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DISADVANTAGES</a:t>
            </a:r>
          </a:p>
          <a:p>
            <a:pPr marL="137160" indent="0">
              <a:buFont typeface="Noto Sans Symbols"/>
              <a:buNone/>
            </a:pPr>
            <a:endParaRPr lang="en-US" sz="1200" b="1" dirty="0">
              <a:solidFill>
                <a:schemeClr val="accent1"/>
              </a:solidFill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existing system is not user friendly because the retrieval of data is very slow and the data are stored manually.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Since all work are done manually it needs more time and effort.</a:t>
            </a:r>
          </a:p>
          <a:p>
            <a:pPr marL="137160" indent="0">
              <a:buFont typeface="Noto Sans Symbols"/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  <a:p>
            <a:pPr marL="137160" indent="0">
              <a:buFont typeface="Noto Sans Symbols"/>
              <a:buNone/>
            </a:pPr>
            <a:endParaRPr lang="en-US" sz="3200" b="1" dirty="0">
              <a:solidFill>
                <a:schemeClr val="accent1"/>
              </a:solidFill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  <a:p>
            <a:pPr marL="137160" indent="0">
              <a:buFont typeface="Noto Sans Symbols"/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	</a:t>
            </a:r>
          </a:p>
          <a:p>
            <a:pPr marL="137160" indent="0">
              <a:buFont typeface="Noto Sans Symbols"/>
              <a:buNone/>
            </a:pPr>
            <a:r>
              <a:rPr lang="en-US" b="1" dirty="0">
                <a:solidFill>
                  <a:srgbClr val="0070C0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a1066837d_0_0"/>
          <p:cNvSpPr txBox="1">
            <a:spLocks noGrp="1"/>
          </p:cNvSpPr>
          <p:nvPr>
            <p:ph type="title"/>
          </p:nvPr>
        </p:nvSpPr>
        <p:spPr>
          <a:xfrm>
            <a:off x="940650" y="725663"/>
            <a:ext cx="8229600" cy="78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/>
            <a:r>
              <a:rPr lang="en-US" sz="2800" b="1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  PROPOSED SYSTEM</a:t>
            </a:r>
            <a:endParaRPr sz="2800" b="1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104" name="Google Shape;104;gea1066837d_0_0"/>
          <p:cNvSpPr txBox="1">
            <a:spLocks noGrp="1"/>
          </p:cNvSpPr>
          <p:nvPr>
            <p:ph type="body" idx="1"/>
          </p:nvPr>
        </p:nvSpPr>
        <p:spPr>
          <a:xfrm>
            <a:off x="1140642" y="1644401"/>
            <a:ext cx="7558007" cy="181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Wingdings" panose="05000000000000000000" pitchFamily="2" charset="2"/>
              <a:buChar char="q"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proposed system is a simple interface for the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ser for buying the product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In this site the user can choose the brand according to their wish.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itchFamily="18" charset="0"/>
              </a:rPr>
              <a:t> It is also provided with their photos and the description, the rating of the product, and the comments of the product.</a:t>
            </a:r>
            <a:endParaRPr lang="en-US" dirty="0">
              <a:solidFill>
                <a:srgbClr val="3D3D3D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Noto Sans Symbols"/>
              <a:buNone/>
            </a:pPr>
            <a:endParaRPr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4" name="Google Shape;103;gea1066837d_0_0"/>
          <p:cNvSpPr txBox="1">
            <a:spLocks/>
          </p:cNvSpPr>
          <p:nvPr/>
        </p:nvSpPr>
        <p:spPr>
          <a:xfrm>
            <a:off x="619125" y="3463079"/>
            <a:ext cx="8229600" cy="78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   </a:t>
            </a:r>
            <a:r>
              <a:rPr lang="en-US" sz="2800" b="1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ADVANTAGES:</a:t>
            </a:r>
          </a:p>
        </p:txBody>
      </p:sp>
      <p:sp>
        <p:nvSpPr>
          <p:cNvPr id="5" name="Google Shape;104;gea1066837d_0_0"/>
          <p:cNvSpPr txBox="1">
            <a:spLocks/>
          </p:cNvSpPr>
          <p:nvPr/>
        </p:nvSpPr>
        <p:spPr>
          <a:xfrm>
            <a:off x="295275" y="3738434"/>
            <a:ext cx="8642069" cy="311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1" indent="0" algn="just">
              <a:lnSpc>
                <a:spcPct val="115000"/>
              </a:lnSpc>
              <a:spcBef>
                <a:spcPts val="400"/>
              </a:spcBef>
              <a:buNone/>
            </a:pPr>
            <a:endParaRPr lang="en-US" dirty="0">
              <a:latin typeface="Comfortaa"/>
              <a:ea typeface="Comfortaa"/>
              <a:cs typeface="Comfortaa"/>
              <a:sym typeface="Comfortaa"/>
            </a:endParaRPr>
          </a:p>
          <a:p>
            <a:pPr marL="1143000" lvl="2" indent="-228600" algn="just">
              <a:spcBef>
                <a:spcPts val="985"/>
              </a:spcBef>
              <a:spcAft>
                <a:spcPts val="0"/>
              </a:spcAft>
              <a:buFont typeface="Arial" panose="020B0604020202020204" pitchFamily="34" charset="0"/>
              <a:buChar char="➢"/>
              <a:tabLst>
                <a:tab pos="1071245" algn="l"/>
                <a:tab pos="107188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The entire project maintenance is made simpler and more adaptable.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lvl="2" indent="-228600" algn="just">
              <a:spcBef>
                <a:spcPts val="985"/>
              </a:spcBef>
              <a:spcAft>
                <a:spcPts val="0"/>
              </a:spcAft>
              <a:buFont typeface="Arial" panose="020B0604020202020204" pitchFamily="34" charset="0"/>
              <a:buChar char="➢"/>
              <a:tabLst>
                <a:tab pos="1071245" algn="l"/>
                <a:tab pos="107188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Provides all the comprehensive information about the Quality, and       product.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lvl="2" indent="-228600" algn="just">
              <a:spcBef>
                <a:spcPts val="985"/>
              </a:spcBef>
              <a:spcAft>
                <a:spcPts val="0"/>
              </a:spcAft>
              <a:buFont typeface="Arial" panose="020B0604020202020204" pitchFamily="34" charset="0"/>
              <a:buChar char="➢"/>
              <a:tabLst>
                <a:tab pos="1071245" algn="l"/>
                <a:tab pos="107188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It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saves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accessible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anywhere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time.</a:t>
            </a:r>
          </a:p>
          <a:p>
            <a:pPr marL="1143000" lvl="2" indent="-228600" algn="just">
              <a:spcBef>
                <a:spcPts val="985"/>
              </a:spcBef>
              <a:spcAft>
                <a:spcPts val="0"/>
              </a:spcAft>
              <a:buFont typeface="Arial" panose="020B0604020202020204" pitchFamily="34" charset="0"/>
              <a:buChar char="➢"/>
              <a:tabLst>
                <a:tab pos="1071245" algn="l"/>
                <a:tab pos="1071880" algn="l"/>
              </a:tabLst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99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980820" y="518795"/>
            <a:ext cx="80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>
                <a:latin typeface="Times New Roman" pitchFamily="18" charset="0"/>
                <a:ea typeface="Comfortaa"/>
                <a:cs typeface="Times New Roman" pitchFamily="18" charset="0"/>
                <a:sym typeface="Comfortaa"/>
              </a:rPr>
              <a:t>MODULES</a:t>
            </a:r>
            <a:endParaRPr sz="2800" b="1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681000" y="1932495"/>
            <a:ext cx="8005800" cy="336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Shop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to cart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omfortaa"/>
              </a:rPr>
              <a:t>Buy Product</a:t>
            </a:r>
            <a:endParaRPr lang="en-US" dirty="0">
              <a:latin typeface="Times New Roman" pitchFamily="18" charset="0"/>
              <a:ea typeface="Comfortaa"/>
              <a:cs typeface="Times New Roman" pitchFamily="18" charset="0"/>
              <a:sym typeface="Comfortaa"/>
            </a:endParaRPr>
          </a:p>
          <a:p>
            <a:pPr marL="800100" indent="-342900" algn="just">
              <a:lnSpc>
                <a:spcPct val="150000"/>
              </a:lnSpc>
              <a:spcBef>
                <a:spcPts val="600"/>
              </a:spcBef>
            </a:pP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sz="2100" dirty="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134" y="704850"/>
            <a:ext cx="8005665" cy="778717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MODULE DESCRIPTION 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134" y="1696825"/>
            <a:ext cx="8005666" cy="480767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STORE:</a:t>
            </a:r>
          </a:p>
          <a:p>
            <a:pPr marL="137160" indent="0">
              <a:buNone/>
            </a:pPr>
            <a:endParaRPr lang="en-US" sz="1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module, the user can search the needed products for buying and visit the offers of the day.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the product the user can choose the different colors .</a:t>
            </a:r>
          </a:p>
          <a:p>
            <a:pPr marL="137160" indent="0" algn="just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SHOP:</a:t>
            </a:r>
          </a:p>
          <a:p>
            <a:pPr marL="137160" indent="0">
              <a:buNone/>
            </a:pPr>
            <a:endParaRPr lang="en-US" sz="1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module all the available products with the different models and rating of the product.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the user can register themselves by entering valid details.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After logging into the site the can buy their product they needed. </a:t>
            </a:r>
            <a:endParaRPr lang="en-US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4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424" y="213183"/>
            <a:ext cx="7856376" cy="6348952"/>
          </a:xfrm>
        </p:spPr>
        <p:txBody>
          <a:bodyPr/>
          <a:lstStyle/>
          <a:p>
            <a:pPr marL="137160" indent="0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ABOUT:</a:t>
            </a:r>
          </a:p>
          <a:p>
            <a:pPr marL="137160" indent="0" algn="just">
              <a:buNone/>
            </a:pPr>
            <a:endParaRPr lang="en-US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module shows the description of the site and the admin of the site.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modules deals with the details of our website with some reviews.</a:t>
            </a:r>
          </a:p>
          <a:p>
            <a:pPr marL="137160" indent="0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ADD TO CART:    </a:t>
            </a:r>
          </a:p>
          <a:p>
            <a:pPr marL="13716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module the we can see the wished list of the product given by the user in the profile.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clicking the Heart Icon it will store the product in the cart .Whenever the user think to buy the product it is easy to buy the user.  </a:t>
            </a:r>
          </a:p>
          <a:p>
            <a:pPr marL="137160" indent="0" algn="just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BUY PRODUCT:</a:t>
            </a:r>
          </a:p>
          <a:p>
            <a:pPr marL="137160" indent="0" algn="just">
              <a:buNone/>
            </a:pP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user can buy the wished model by booking the product by clicking the buy now button.    </a:t>
            </a:r>
          </a:p>
          <a:p>
            <a:pPr marL="137160" indent="0" algn="just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buNone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40288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250" y="704850"/>
            <a:ext cx="7956550" cy="1143000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TECHNOLOGY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746" y="2127379"/>
            <a:ext cx="7819053" cy="4197083"/>
          </a:xfrm>
        </p:spPr>
        <p:txBody>
          <a:bodyPr/>
          <a:lstStyle/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FRONTEND    : HTML , BOOTSTRAP ,CSS</a:t>
            </a:r>
          </a:p>
          <a:p>
            <a:pPr marL="59436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BACKEND      : NODE JS</a:t>
            </a:r>
          </a:p>
          <a:p>
            <a:pPr marL="59436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DATABASE    : MONGO DB</a:t>
            </a:r>
          </a:p>
        </p:txBody>
      </p:sp>
    </p:spTree>
    <p:extLst>
      <p:ext uri="{BB962C8B-B14F-4D97-AF65-F5344CB8AC3E}">
        <p14:creationId xmlns:p14="http://schemas.microsoft.com/office/powerpoint/2010/main" val="376120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F0A1-0E73-4262-9E53-63EC8241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502" y="309788"/>
            <a:ext cx="8042987" cy="881355"/>
          </a:xfrm>
        </p:spPr>
        <p:txBody>
          <a:bodyPr/>
          <a:lstStyle/>
          <a:p>
            <a:r>
              <a:rPr lang="en-US" sz="2800" b="1" dirty="0"/>
              <a:t>REQUIREMENTS</a:t>
            </a:r>
            <a:r>
              <a:rPr lang="en-US" b="1" dirty="0"/>
              <a:t>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455E0-E9B1-4CB2-9D9C-123D53AF0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998" y="1385741"/>
            <a:ext cx="8147066" cy="5276316"/>
          </a:xfrm>
        </p:spPr>
        <p:txBody>
          <a:bodyPr/>
          <a:lstStyle/>
          <a:p>
            <a:pPr marL="13716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1"/>
                </a:solidFill>
              </a:rPr>
              <a:t>SOFTWARE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Browser                :    Internet Explorer or Mozilla Firefox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Database              :    MongoDB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Operating system :    Any windows version/MAC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1"/>
                </a:solidFill>
              </a:rPr>
              <a:t>HARDWARE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  Processor         :   Intel </a:t>
            </a:r>
            <a:r>
              <a:rPr lang="en-US" dirty="0" err="1"/>
              <a:t>pentium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  RAM                 :   512MB or more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    Hard Disk         :    40GB or more</a:t>
            </a:r>
          </a:p>
          <a:p>
            <a:pPr marL="137160" indent="0">
              <a:buNone/>
            </a:pPr>
            <a:r>
              <a:rPr lang="en-US" dirty="0"/>
              <a:t> </a:t>
            </a:r>
          </a:p>
          <a:p>
            <a:pPr marL="137160" indent="0"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chemeClr val="accent1"/>
                </a:solidFill>
              </a:rPr>
              <a:t>SYSTEM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Visual studio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MongoDB Compass</a:t>
            </a:r>
          </a:p>
          <a:p>
            <a:pPr marL="137160" indent="0">
              <a:buNone/>
            </a:pPr>
            <a:r>
              <a:rPr lang="en-US" dirty="0"/>
              <a:t>  </a:t>
            </a:r>
          </a:p>
          <a:p>
            <a:pPr marL="13716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96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-1" y="3102769"/>
            <a:ext cx="9144001" cy="652462"/>
          </a:xfrm>
        </p:spPr>
        <p:txBody>
          <a:bodyPr/>
          <a:lstStyle/>
          <a:p>
            <a:pPr marL="13716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472034197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6212</TotalTime>
  <Words>539</Words>
  <Application>Microsoft Office PowerPoint</Application>
  <PresentationFormat>On-screen Show (4:3)</PresentationFormat>
  <Paragraphs>112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Comfortaa</vt:lpstr>
      <vt:lpstr>Noto Sans Symbols</vt:lpstr>
      <vt:lpstr>Times New Roman</vt:lpstr>
      <vt:lpstr>Wingdings</vt:lpstr>
      <vt:lpstr>Flow</vt:lpstr>
      <vt:lpstr>PowerPoint Presentation</vt:lpstr>
      <vt:lpstr> OBJECTIVE</vt:lpstr>
      <vt:lpstr>   EXISTING SYSTEM</vt:lpstr>
      <vt:lpstr>  PROPOSED SYSTEM</vt:lpstr>
      <vt:lpstr>MODULES</vt:lpstr>
      <vt:lpstr>    MODULE DESCRIPTION :</vt:lpstr>
      <vt:lpstr>PowerPoint Presentation</vt:lpstr>
      <vt:lpstr>TECHNOLOGY USED</vt:lpstr>
      <vt:lpstr>REQUIREMENTS: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Bharani Tharan</dc:creator>
  <cp:lastModifiedBy>Dhibeesh M</cp:lastModifiedBy>
  <cp:revision>106</cp:revision>
  <dcterms:modified xsi:type="dcterms:W3CDTF">2023-10-20T14:51:44Z</dcterms:modified>
</cp:coreProperties>
</file>